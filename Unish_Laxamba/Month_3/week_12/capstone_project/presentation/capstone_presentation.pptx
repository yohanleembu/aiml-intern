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Diagnosis Classifier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pipeline: data → cleaning → EDA → modeling → evaluation → deployment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ML Internship  •  Week 12 Wrap-Up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why this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predicting, and why it's a good capstone fit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76872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76872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the raw data and what checks were run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 before modeling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926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76872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76872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compared, and how the winner was picked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running as a live web app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617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6872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6872" y="4937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improve, and what I'm taking away from this internship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2FB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breast mass is </a:t>
            </a:r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pPr indent="0" marL="0"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pPr indent="0" marL="0"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30 numeric measurements taken from a digitized image of the mass's cell nuclei (radius, texture, concavity, symmetry, etc.).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problem — the Breast Cancer Wisconsin (Diagnostic) dataset, 569 samples × 30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18872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1A2E3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0" y="19202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well-documented dataset — supports genuine EDA, not just a demo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build fully in the time available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vs. recall trade-offs are concrete and meaningful here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supports a deployable prediction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Cleaning Check</a:t>
            </a:r>
            <a:endParaRPr lang="en-US" sz="2800" dirty="0"/>
          </a:p>
        </p:txBody>
      </p:sp>
      <p:pic>
        <p:nvPicPr>
          <p:cNvPr id="3" name="Image 0" descr="/home/claude/capstone_project/images/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34440"/>
            <a:ext cx="402336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357 benign vs. 212 malignant (mild imbalance)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2FBF9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44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31920" y="1234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2FBF9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0" y="1344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9319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2FBF9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31920" y="28346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2FBF9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39319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663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already clean — the checks still had to be run, not assumed.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/home/claude/capstone_project/imag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4297680"/>
          </a:xfrm>
          <a:prstGeom prst="rect">
            <a:avLst/>
          </a:prstGeom>
        </p:spPr>
      </p:pic>
      <p:pic>
        <p:nvPicPr>
          <p:cNvPr id="4" name="Image 1" descr="/home/claude/capstone_project/images/feature_distribu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760720" cy="15544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35040" y="3429000"/>
            <a:ext cx="5760720" cy="2103120"/>
          </a:xfrm>
          <a:prstGeom prst="roundRect">
            <a:avLst>
              <a:gd name="adj" fmla="val 4348"/>
            </a:avLst>
          </a:prstGeom>
          <a:solidFill>
            <a:srgbClr val="F2FBF9"/>
          </a:solidFill>
          <a:ln/>
        </p:spPr>
      </p:sp>
      <p:sp>
        <p:nvSpPr>
          <p:cNvPr id="6" name="Text 2"/>
          <p:cNvSpPr/>
          <p:nvPr/>
        </p:nvSpPr>
        <p:spPr>
          <a:xfrm>
            <a:off x="6263640" y="361188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cases skew toward higher radius, texture, concavity, and area — confirming the features carry real predictive signal before any model is built. Size-related features are also highly correlated with each other, which matters for interpreting coefficients later.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families were trained on an identical, stratified 80/20 train/test split, so comparisons are fair.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linear baseline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feedforward network, 2 hidden layers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Beyond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medical-style problem, missing a malignant case is far costlier than a false alarm — so precision, recall, F1, and ROC-AUC all matter, not just accuracy.</a:t>
            </a:r>
            <a:endParaRPr lang="en-US" sz="1300" dirty="0"/>
          </a:p>
        </p:txBody>
      </p:sp>
      <p:pic>
        <p:nvPicPr>
          <p:cNvPr id="4" name="Image 0" descr="/home/claude/capstone_project/images/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120640" cy="44805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66928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 (MLP)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39319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2FBF9"/>
          </a:solidFill>
          <a:ln/>
        </p:spPr>
      </p:sp>
      <p:sp>
        <p:nvSpPr>
          <p:cNvPr id="7" name="Text 3"/>
          <p:cNvSpPr/>
          <p:nvPr/>
        </p:nvSpPr>
        <p:spPr>
          <a:xfrm>
            <a:off x="6263640" y="4114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
</a:t>
            </a:r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and best ROC-AUC — and it's the simplest, most interpretable model of the three. The simplest model won; complexity wasn't needed here.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Winning Model, In Detail</a:t>
            </a:r>
            <a:endParaRPr lang="en-US" sz="2800" dirty="0"/>
          </a:p>
        </p:txBody>
      </p:sp>
      <p:pic>
        <p:nvPicPr>
          <p:cNvPr id="3" name="Image 0" descr="/home/claude/capstone_project/image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0" cy="4846320"/>
          </a:xfrm>
          <a:prstGeom prst="rect">
            <a:avLst/>
          </a:prstGeom>
        </p:spPr>
      </p:pic>
      <p:pic>
        <p:nvPicPr>
          <p:cNvPr id="4" name="Image 1" descr="/home/claude/capstone_project/image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852160" cy="4846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From Notebook to Demo 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model uses 30 features — impractical for a demo form. A simplified model using the top 8 most influential features was trained separately for the deployed app, documenting a real usability-vs-signal trade-off.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(30 features)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0.983   </a:t>
            </a:r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0.986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model (8 features)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0.965   </a:t>
            </a:r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0.973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669280" cy="3977640"/>
          </a:xfrm>
          <a:prstGeom prst="roundRect">
            <a:avLst>
              <a:gd name="adj" fmla="val 2759"/>
            </a:avLst>
          </a:prstGeom>
          <a:solidFill>
            <a:srgbClr val="1A2E3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40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Flask 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in 8 measurements via a web form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the pickled model + scaler and returns a prediction with confidence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over real HTTP requests: 7/7 correct on sample cases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on-screen disclaimer: demo only, not a diagnostic tool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Improve With More 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mentor/domain input on which features are clinically meaningful to simplify to — not just statistically convenient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more deliberately; report malignant-class recall as the headline metric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154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calibration check — predicted probabilities should mean what they say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app: input validation, production WSGI server before any real exposure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983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explicit PCA / feature-engineering comparison, not just raw-feature model comparisons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Breast Cancer Diagnosis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Reflection: 12 Weeks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biggest things learned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pipelines matter more than any single model — cleaning, evaluation choice, and deployment shape the outcome as much as the algorithm.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that works is often the right one — Logistic Regression beat a Random Forest and a neural net here.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isn't done when it's accurate — it's done when someone else can actually run it and get a result.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to keep improving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on evaluation rigor for imbalanced/high-stakes problems (calibration, cost-sensitive metrics), not just headline accuracy.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more comfortable owning deployment concerns (validation, robustness) rather than treating deployment as an afterthought.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2026-09-17T10:14:20Z</dcterms:created>
  <dcterms:modified xsi:type="dcterms:W3CDTF">2026-09-17T10:14:20Z</dcterms:modified>
</cp:coreProperties>
</file>